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1.jpg" ContentType="image/jpeg"/>
  <Override PartName="/ppt/media/image12.jpg" ContentType="image/jpeg"/>
  <Override PartName="/ppt/media/image13.jpg" ContentType="image/jpeg"/>
  <Override PartName="/ppt/media/image14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4D4C0-5FF1-4C37-9C82-68CBB63F0F64}" v="27" dt="2025-08-30T07:34:40.0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008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 flipH="1">
            <a:off x="-609600" y="172581"/>
            <a:ext cx="10668000" cy="7116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sz="4400" b="1" dirty="0">
                <a:solidFill>
                  <a:srgbClr val="0F0F0F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DIGITAL Portfolio</a:t>
            </a:r>
            <a:endParaRPr sz="4400"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1752600" y="2989719"/>
            <a:ext cx="792480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NAME:</a:t>
            </a:r>
            <a:r>
              <a:rPr lang="en-US" sz="2400" dirty="0">
                <a:latin typeface="Arial Rounded MT Bold" panose="020F0704030504030204" pitchFamily="34" charset="0"/>
              </a:rPr>
              <a:t>ENIYA ELAKKIYA E</a:t>
            </a:r>
          </a:p>
          <a:p>
            <a:r>
              <a:rPr lang="en-US" sz="2400" dirty="0"/>
              <a:t>REGISTER NO AND NMID:     </a:t>
            </a:r>
            <a:r>
              <a:rPr lang="en-US" sz="2400" b="1" dirty="0"/>
              <a:t>24131131802522003/asanm11324131121802522003</a:t>
            </a:r>
            <a:endParaRPr lang="en-US" sz="2400" b="1" dirty="0">
              <a:cs typeface="Calibri"/>
            </a:endParaRPr>
          </a:p>
          <a:p>
            <a:r>
              <a:rPr lang="en-US" sz="2400" dirty="0"/>
              <a:t>DEPARTMENT: </a:t>
            </a:r>
            <a:r>
              <a:rPr lang="en-US" sz="2400" dirty="0">
                <a:latin typeface="Arial Rounded MT Bold" panose="020F0704030504030204" pitchFamily="34" charset="0"/>
              </a:rPr>
              <a:t>BSC(CS)</a:t>
            </a:r>
          </a:p>
          <a:p>
            <a:r>
              <a:rPr lang="en-US" sz="2400" dirty="0"/>
              <a:t>COLLEGE: </a:t>
            </a:r>
            <a:r>
              <a:rPr lang="en-US" sz="2400" dirty="0">
                <a:latin typeface="Arial Rounded MT Bold" panose="020F0704030504030204" pitchFamily="34" charset="0"/>
              </a:rPr>
              <a:t>113-Vallalar Arts and Science </a:t>
            </a:r>
            <a:r>
              <a:rPr lang="en-US" sz="2400" dirty="0" err="1">
                <a:latin typeface="Arial Rounded MT Bold" panose="020F0704030504030204" pitchFamily="34" charset="0"/>
              </a:rPr>
              <a:t>College,Annamalai</a:t>
            </a:r>
            <a:r>
              <a:rPr lang="en-US" sz="2400" dirty="0">
                <a:latin typeface="Arial Rounded MT Bold" panose="020F0704030504030204" pitchFamily="34" charset="0"/>
              </a:rPr>
              <a:t> University</a:t>
            </a:r>
          </a:p>
          <a:p>
            <a:r>
              <a:rPr lang="en-US" sz="2400" dirty="0"/>
              <a:t> 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85719" y="-482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-2133600" y="-457200"/>
            <a:ext cx="13487018" cy="39177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br>
              <a:rPr lang="en-US" sz="4250" spc="5" dirty="0">
                <a:latin typeface="Algerian" panose="04020705040A02060702" pitchFamily="82" charset="0"/>
              </a:rPr>
            </a:br>
            <a:r>
              <a:rPr lang="en-US" sz="4250" spc="5" dirty="0">
                <a:latin typeface="Algerian" panose="04020705040A02060702" pitchFamily="82" charset="0"/>
              </a:rPr>
              <a:t>     </a:t>
            </a:r>
            <a:r>
              <a:rPr lang="en-US" sz="6000" spc="5" dirty="0">
                <a:latin typeface="Algerian" panose="04020705040A02060702" pitchFamily="82" charset="0"/>
              </a:rPr>
              <a:t>PROJECT </a:t>
            </a:r>
            <a:r>
              <a:rPr lang="en-US" sz="6600" spc="5" dirty="0">
                <a:latin typeface="Algerian" panose="04020705040A02060702" pitchFamily="82" charset="0"/>
              </a:rPr>
              <a:t>TITLE</a:t>
            </a:r>
            <a:br>
              <a:rPr lang="en-US" sz="6600" spc="5" dirty="0">
                <a:latin typeface="Algerian" panose="04020705040A02060702" pitchFamily="82" charset="0"/>
              </a:rPr>
            </a:br>
            <a:br>
              <a:rPr lang="en-US" sz="6000" spc="5" dirty="0"/>
            </a:br>
            <a:br>
              <a:rPr lang="en-US" sz="4250" spc="5" dirty="0"/>
            </a:br>
            <a:r>
              <a:rPr lang="en-US" sz="4250" spc="5" dirty="0"/>
              <a:t>   </a:t>
            </a:r>
            <a:r>
              <a:rPr lang="en-US" sz="4250" spc="5" dirty="0">
                <a:solidFill>
                  <a:srgbClr val="EE0000"/>
                </a:solidFill>
                <a:latin typeface="Stencil" panose="040409050D0802020404" pitchFamily="82" charset="0"/>
              </a:rPr>
              <a:t>DIGITAL PORTFOLIO</a:t>
            </a:r>
            <a:endParaRPr sz="4250" dirty="0">
              <a:solidFill>
                <a:srgbClr val="EE0000"/>
              </a:solidFill>
              <a:latin typeface="Stencil" panose="040409050D0802020404" pitchFamily="82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7626" y="205594"/>
            <a:ext cx="429577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25" dirty="0">
                <a:latin typeface="Algerian" panose="04020705040A02060702" pitchFamily="82" charset="0"/>
              </a:rPr>
              <a:t>A</a:t>
            </a:r>
            <a:r>
              <a:rPr sz="4400" spc="-5" dirty="0">
                <a:latin typeface="Algerian" panose="04020705040A02060702" pitchFamily="82" charset="0"/>
              </a:rPr>
              <a:t>G</a:t>
            </a:r>
            <a:r>
              <a:rPr sz="4400" spc="-35" dirty="0">
                <a:latin typeface="Algerian" panose="04020705040A02060702" pitchFamily="82" charset="0"/>
              </a:rPr>
              <a:t>E</a:t>
            </a:r>
            <a:r>
              <a:rPr sz="4400" spc="15" dirty="0">
                <a:latin typeface="Algerian" panose="04020705040A02060702" pitchFamily="82" charset="0"/>
              </a:rPr>
              <a:t>N</a:t>
            </a:r>
            <a:r>
              <a:rPr sz="4400" dirty="0">
                <a:latin typeface="Algerian" panose="04020705040A02060702" pitchFamily="82" charset="0"/>
              </a:rPr>
              <a:t>DA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chemeClr val="accent6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chemeClr val="accent6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chemeClr val="accent6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chemeClr val="accent6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29600" y="29846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705600" y="175260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9EA1ED-FD50-1D06-5B78-EB84CEDAEEA2}"/>
              </a:ext>
            </a:extLst>
          </p:cNvPr>
          <p:cNvSpPr txBox="1"/>
          <p:nvPr/>
        </p:nvSpPr>
        <p:spPr>
          <a:xfrm>
            <a:off x="76199" y="615850"/>
            <a:ext cx="10210801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lgerian" panose="04020705040A02060702" pitchFamily="82" charset="0"/>
              </a:rPr>
              <a:t>PROBLEM STATEMENTS: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             </a:t>
            </a:r>
          </a:p>
          <a:p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              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Traditional resumes are often static documents that lack visual appeal and the ability to demonstrate practical skills, leaving employers with limited insight into a candidate's true abilities. </a:t>
            </a:r>
            <a:endParaRPr lang="en-IN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200" y="400050"/>
            <a:ext cx="9734550" cy="555664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lang="en-US" sz="4400" spc="5" dirty="0">
                <a:latin typeface="Algerian" panose="04020705040A02060702" pitchFamily="82" charset="0"/>
              </a:rPr>
              <a:t>PROJECT</a:t>
            </a:r>
            <a:r>
              <a:rPr lang="en-US" sz="4000" spc="5" dirty="0">
                <a:latin typeface="Algerian" panose="04020705040A02060702" pitchFamily="82" charset="0"/>
              </a:rPr>
              <a:t> OVERVIEW:</a:t>
            </a:r>
            <a:br>
              <a:rPr lang="en-US" sz="1600" b="0" spc="5" dirty="0"/>
            </a:br>
            <a:br>
              <a:rPr lang="en-US" sz="1600" b="0" spc="5" dirty="0"/>
            </a:br>
            <a:r>
              <a:rPr lang="en-US" sz="2400" b="0" spc="5" dirty="0"/>
              <a:t>       </a:t>
            </a:r>
            <a:r>
              <a:rPr lang="en-US" sz="2800" b="0" dirty="0">
                <a:solidFill>
                  <a:schemeClr val="accent2">
                    <a:lumMod val="50000"/>
                  </a:schemeClr>
                </a:solidFill>
              </a:rPr>
              <a:t>A "project overview" for a digital portfolio is a concise description of a project's key aspects, typically including its purpose, your role and responsibilities, the methods you used, the results or impact achieved, and any valuable lessons learned</a:t>
            </a:r>
            <a:r>
              <a:rPr lang="en-US" sz="1800" b="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br>
              <a:rPr lang="en-US" sz="1800" b="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1800" b="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800" i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CONTAINS FOR OUR PORTFOLIO:</a:t>
            </a:r>
            <a:br>
              <a:rPr lang="en-US" sz="1800" dirty="0">
                <a:solidFill>
                  <a:schemeClr val="tx2">
                    <a:lumMod val="50000"/>
                  </a:schemeClr>
                </a:solidFill>
              </a:rPr>
            </a:br>
            <a:br>
              <a:rPr lang="en-US" sz="1800" b="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800" b="0" dirty="0">
                <a:solidFill>
                  <a:schemeClr val="accent2">
                    <a:lumMod val="50000"/>
                  </a:schemeClr>
                </a:solidFill>
              </a:rPr>
              <a:t>         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*ABOUT ME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      *CONTANT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      *Theme</a:t>
            </a:r>
            <a:br>
              <a:rPr lang="en-US" sz="18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1800" dirty="0">
                <a:solidFill>
                  <a:schemeClr val="accent2">
                    <a:lumMod val="50000"/>
                  </a:schemeClr>
                </a:solidFill>
              </a:rPr>
            </a:br>
            <a:endParaRPr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498" y="6491158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199" y="380999"/>
            <a:ext cx="9458325" cy="506420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spc="25" dirty="0">
                <a:latin typeface="Algerian" panose="04020705040A02060702" pitchFamily="82" charset="0"/>
              </a:rPr>
              <a:t>END USERS:</a:t>
            </a:r>
            <a:br>
              <a:rPr lang="en-US" sz="4400" spc="25" dirty="0">
                <a:latin typeface="Algerian" panose="04020705040A02060702" pitchFamily="82" charset="0"/>
              </a:rPr>
            </a:br>
            <a:br>
              <a:rPr lang="en-US" sz="4400" spc="25" dirty="0">
                <a:latin typeface="Algerian" panose="04020705040A02060702" pitchFamily="82" charset="0"/>
              </a:rPr>
            </a:br>
            <a:br>
              <a:rPr lang="en-US" sz="1600" spc="25" dirty="0"/>
            </a:br>
            <a:r>
              <a:rPr lang="en-US" sz="1600" spc="25" dirty="0"/>
              <a:t>              </a:t>
            </a:r>
            <a:r>
              <a:rPr lang="en-US" sz="3200" b="0" dirty="0">
                <a:solidFill>
                  <a:schemeClr val="accent2">
                    <a:lumMod val="50000"/>
                  </a:schemeClr>
                </a:solidFill>
              </a:rPr>
              <a:t>The end users for a resume digital portfolio template include job seekers, who use it to create a personal brand and showcase their skills to potential employers, and employers and recruiters who use it to review candidates, understand their experience, and assess their suitability for a role.</a:t>
            </a:r>
            <a:br>
              <a:rPr lang="en-US" sz="1600" b="0" spc="25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1600" spc="25" dirty="0">
                <a:solidFill>
                  <a:schemeClr val="accent2">
                    <a:lumMod val="50000"/>
                  </a:schemeClr>
                </a:solidFill>
                <a:latin typeface="+mn-lt"/>
              </a:rPr>
            </a:br>
            <a:endParaRPr sz="1600" b="0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401" y="190500"/>
            <a:ext cx="12725399" cy="46916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spcBef>
                <a:spcPts val="105"/>
              </a:spcBef>
            </a:pPr>
            <a:r>
              <a:rPr lang="en-US" sz="4400" dirty="0">
                <a:solidFill>
                  <a:srgbClr val="0D0D0D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Tools and Technologies:</a:t>
            </a:r>
            <a:br>
              <a:rPr lang="en-US" sz="4400" dirty="0">
                <a:solidFill>
                  <a:srgbClr val="0D0D0D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rgbClr val="0D0D0D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D0D0D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800" b="0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*</a:t>
            </a:r>
            <a:r>
              <a:rPr lang="en-US" sz="3600" b="0" dirty="0">
                <a:solidFill>
                  <a:schemeClr val="accent2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HTML Structure (pages, sections).      						*CSS Styling (colors, layouts, responsiveness).				*JavaScript Interactivity (navigation menu, 				            animations, form validation).							*Mention code editor (VS Code) or CODEPEN and 			   hosting platform (GitHub Pages).</a:t>
            </a:r>
            <a:br>
              <a:rPr lang="en-US" sz="3200" b="0" dirty="0">
                <a:solidFill>
                  <a:schemeClr val="accent2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</a:br>
            <a:r>
              <a:rPr lang="en-US" sz="1600" b="0" spc="1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.</a:t>
            </a:r>
            <a:endParaRPr sz="1600" b="0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8"/>
          <p:cNvSpPr txBox="1"/>
          <p:nvPr/>
        </p:nvSpPr>
        <p:spPr>
          <a:xfrm>
            <a:off x="76200" y="76200"/>
            <a:ext cx="10134600" cy="5250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b="1" spc="15" dirty="0">
                <a:latin typeface="Algerian" panose="04020705040A02060702" pitchFamily="82" charset="0"/>
                <a:cs typeface="Trebuchet MS"/>
              </a:rPr>
              <a:t>POTFOLIO DESIGN AND LAYOUT: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b="1" spc="15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*ABOUT ME: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spc="15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      INTRODUCTION FOR OUR SELF.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 *CONTANT: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        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EMAIL ID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         PHONE NUMBER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         LOCATION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  *THEME: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         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YOUR NAME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  <a:cs typeface="Trebuchet MS"/>
              </a:rPr>
              <a:t>             EMAIL</a:t>
            </a:r>
            <a:endParaRPr lang="en-US"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Trebuchet MS"/>
                <a:cs typeface="Trebuchet MS"/>
              </a:rPr>
              <a:t>         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Trebuchet MS"/>
              </a:rPr>
              <a:t>MESSAGE</a:t>
            </a:r>
            <a:endParaRPr sz="2800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8200"/>
            <a:ext cx="8839200" cy="5105400"/>
          </a:xfrm>
        </p:spPr>
        <p:txBody>
          <a:bodyPr/>
          <a:lstStyle/>
          <a:p>
            <a:r>
              <a:rPr lang="en-IN" sz="4400" dirty="0">
                <a:latin typeface="Algerian" panose="04020705040A02060702" pitchFamily="82" charset="0"/>
              </a:rPr>
              <a:t>FEATURES AND FUNCTIONALITY:</a:t>
            </a:r>
            <a:br>
              <a:rPr lang="en-IN" sz="3200" dirty="0">
                <a:latin typeface="Algerian" panose="04020705040A02060702" pitchFamily="82" charset="0"/>
              </a:rPr>
            </a:br>
            <a:br>
              <a:rPr lang="en-IN" sz="3200" dirty="0">
                <a:latin typeface="Algerian" panose="04020705040A02060702" pitchFamily="82" charset="0"/>
              </a:rPr>
            </a:br>
            <a:br>
              <a:rPr lang="en-IN" sz="3200" dirty="0">
                <a:latin typeface="Algerian" panose="04020705040A02060702" pitchFamily="82" charset="0"/>
              </a:rPr>
            </a:br>
            <a:br>
              <a:rPr lang="en-IN" sz="3200" dirty="0">
                <a:latin typeface="Algerian" panose="04020705040A02060702" pitchFamily="82" charset="0"/>
              </a:rPr>
            </a:br>
            <a:br>
              <a:rPr lang="en-IN" sz="3200" dirty="0">
                <a:latin typeface="Algerian" panose="04020705040A02060702" pitchFamily="82" charset="0"/>
              </a:rPr>
            </a:br>
            <a:r>
              <a:rPr lang="en-US" sz="3200" b="0" dirty="0">
                <a:latin typeface="+mn-lt"/>
              </a:rPr>
              <a:t>* </a:t>
            </a:r>
            <a:r>
              <a:rPr lang="en-US" sz="3200" b="0" dirty="0">
                <a:solidFill>
                  <a:schemeClr val="tx2"/>
                </a:solidFill>
                <a:latin typeface="+mn-lt"/>
              </a:rPr>
              <a:t>Students can create and manage </a:t>
            </a:r>
            <a:br>
              <a:rPr lang="en-US" sz="3200" b="0" dirty="0">
                <a:solidFill>
                  <a:schemeClr val="tx2"/>
                </a:solidFill>
                <a:latin typeface="+mn-lt"/>
              </a:rPr>
            </a:br>
            <a:r>
              <a:rPr lang="en-US" sz="3200" b="0" dirty="0">
                <a:solidFill>
                  <a:schemeClr val="tx2"/>
                </a:solidFill>
                <a:latin typeface="+mn-lt"/>
              </a:rPr>
              <a:t>	their personal profiles.</a:t>
            </a:r>
            <a:br>
              <a:rPr lang="en-US" sz="3200" b="0" dirty="0">
                <a:solidFill>
                  <a:schemeClr val="tx2"/>
                </a:solidFill>
                <a:latin typeface="+mn-lt"/>
              </a:rPr>
            </a:br>
            <a:r>
              <a:rPr lang="en-US" sz="3200" b="0" dirty="0">
                <a:solidFill>
                  <a:schemeClr val="tx2"/>
                </a:solidFill>
                <a:latin typeface="+mn-lt"/>
              </a:rPr>
              <a:t>* Add details like name, photo, </a:t>
            </a:r>
            <a:br>
              <a:rPr lang="en-US" sz="3200" b="0" dirty="0">
                <a:solidFill>
                  <a:schemeClr val="tx2"/>
                </a:solidFill>
                <a:latin typeface="+mn-lt"/>
              </a:rPr>
            </a:br>
            <a:r>
              <a:rPr lang="en-US" sz="3200" b="0" dirty="0">
                <a:solidFill>
                  <a:schemeClr val="tx2"/>
                </a:solidFill>
                <a:latin typeface="+mn-lt"/>
              </a:rPr>
              <a:t>	contact info, career objectives,</a:t>
            </a:r>
            <a:br>
              <a:rPr lang="en-US" sz="3200" b="0" dirty="0">
                <a:solidFill>
                  <a:schemeClr val="tx2"/>
                </a:solidFill>
                <a:latin typeface="+mn-lt"/>
              </a:rPr>
            </a:br>
            <a:r>
              <a:rPr lang="en-US" sz="3200" b="0" dirty="0">
                <a:solidFill>
                  <a:schemeClr val="tx2"/>
                </a:solidFill>
                <a:latin typeface="+mn-lt"/>
              </a:rPr>
              <a:t> 	and education background</a:t>
            </a:r>
            <a:r>
              <a:rPr lang="en-US" sz="3200" b="0" dirty="0">
                <a:latin typeface="+mn-lt"/>
              </a:rPr>
              <a:t>.</a:t>
            </a:r>
            <a:endParaRPr lang="en-IN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29600" y="407416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6675" y="27654"/>
            <a:ext cx="816292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>
                <a:latin typeface="Algerian" panose="04020705040A02060702" pitchFamily="82" charset="0"/>
              </a:rPr>
              <a:t>RESULTS AND </a:t>
            </a:r>
            <a:r>
              <a:rPr lang="en-IN" sz="4400" spc="15" dirty="0">
                <a:latin typeface="Algerian" panose="04020705040A02060702" pitchFamily="82" charset="0"/>
              </a:rPr>
              <a:t>SCREENSHOTS</a:t>
            </a:r>
            <a:r>
              <a:rPr lang="en-IN" sz="4250" spc="15" dirty="0">
                <a:latin typeface="Algerian" panose="04020705040A02060702" pitchFamily="82" charset="0"/>
              </a:rPr>
              <a:t>:</a:t>
            </a:r>
            <a:endParaRPr sz="4250" dirty="0">
              <a:latin typeface="Algerian" panose="04020705040A02060702" pitchFamily="82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71C801-9417-0566-2BCA-4A161B10D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21434"/>
            <a:ext cx="5257800" cy="25766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62CAAE-F378-5BBF-2C83-9FFC1CAE90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738640"/>
            <a:ext cx="3642238" cy="26348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1D4D38-F528-0183-784C-E39C1DC1FB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205" y="3559946"/>
            <a:ext cx="3971925" cy="22008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8E8D8D-6B7C-D9B7-8010-E5A604475F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631275"/>
            <a:ext cx="2996995" cy="20581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76200" y="0"/>
            <a:ext cx="9982200" cy="678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b="1" dirty="0">
                <a:latin typeface="Algerian" panose="04020705040A02060702" pitchFamily="82" charset="0"/>
              </a:rPr>
              <a:t>CONCLUSION:</a:t>
            </a:r>
            <a:br>
              <a:rPr lang="en-IN" sz="4400" b="1" dirty="0">
                <a:latin typeface="Algerian" panose="04020705040A02060702" pitchFamily="82" charset="0"/>
              </a:rPr>
            </a:br>
            <a:r>
              <a:rPr lang="en-IN" sz="4400" b="1" dirty="0">
                <a:latin typeface="Algerian" panose="04020705040A02060702" pitchFamily="82" charset="0"/>
              </a:rPr>
              <a:t>          </a:t>
            </a:r>
            <a:r>
              <a:rPr lang="en-US" dirty="0">
                <a:latin typeface="+mn-lt"/>
              </a:rPr>
              <a:t>A conclusion for your resume's digital portfolio section should emphasize that it provides crucial tangible proof of your skills, a window into your professional capabilities, and a powerful way to showcase your personality and brand beyond a traditional resume. </a:t>
            </a:r>
            <a:br>
              <a:rPr lang="en-US" dirty="0">
                <a:latin typeface="+mn-lt"/>
              </a:rPr>
            </a:br>
            <a:r>
              <a:rPr lang="en-US" b="1" dirty="0">
                <a:latin typeface="Algerian" panose="04020705040A02060702" pitchFamily="82" charset="0"/>
              </a:rPr>
              <a:t>GITHUB: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       https://github.com/ENIYAELAKKIYA/eniya-TNSDC-FWD-FP.git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 </a:t>
            </a:r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			</a:t>
            </a:r>
            <a:endParaRPr sz="4400" b="1" dirty="0">
              <a:latin typeface="Algerian" panose="04020705040A02060702" pitchFamily="82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</TotalTime>
  <Words>496</Words>
  <Application>Microsoft Office PowerPoint</Application>
  <PresentationFormat>Widescreen</PresentationFormat>
  <Paragraphs>52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Aptos</vt:lpstr>
      <vt:lpstr>Arial Rounded MT Bold</vt:lpstr>
      <vt:lpstr>Calibri</vt:lpstr>
      <vt:lpstr>Stencil</vt:lpstr>
      <vt:lpstr>Times New Roman</vt:lpstr>
      <vt:lpstr>Trebuchet MS</vt:lpstr>
      <vt:lpstr>Office Theme</vt:lpstr>
      <vt:lpstr>DIGITAL Portfolio</vt:lpstr>
      <vt:lpstr>      PROJECT TITLE      DIGITAL PORTFOLIO</vt:lpstr>
      <vt:lpstr>AGENDA</vt:lpstr>
      <vt:lpstr>PowerPoint Presentation</vt:lpstr>
      <vt:lpstr>PROJECT OVERVIEW:         A "project overview" for a digital portfolio is a concise description of a project's key aspects, typically including its purpose, your role and responsibilities, the methods you used, the results or impact achieved, and any valuable lessons learned.  CONTAINS FOR OUR PORTFOLIO:            *ABOUT ME        *CONTANT        *Theme  </vt:lpstr>
      <vt:lpstr>END USERS:                 The end users for a resume digital portfolio template include job seekers, who use it to create a personal brand and showcase their skills to potential employers, and employers and recruiters who use it to review candidates, understand their experience, and assess their suitability for a role.  </vt:lpstr>
      <vt:lpstr>Tools and Technologies:                                 *HTML Structure (pages, sections).            *CSS Styling (colors, layouts, responsiveness).    *JavaScript Interactivity (navigation menu,                 animations, form validation).       *Mention code editor (VS Code) or CODEPEN and       hosting platform (GitHub Pages). .</vt:lpstr>
      <vt:lpstr>PowerPoint Presentation</vt:lpstr>
      <vt:lpstr>FEATURES AND FUNCTIONALITY:     * Students can create and manage   their personal profiles. * Add details like name, photo,   contact info, career objectives,   and education background.</vt:lpstr>
      <vt:lpstr>RESULTS AND SCREENSHOTS:</vt:lpstr>
      <vt:lpstr>CONCLUSION:           A conclusion for your resume's digital portfolio section should emphasize that it provides crucial tangible proof of your skills, a window into your professional capabilities, and a powerful way to showcase your personality and brand beyond a traditional resume.  GITHUB:        https://github.com/ENIYAELAKKIYA/eniya-TNSDC-FWD-FP.git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kamalam raja</cp:lastModifiedBy>
  <cp:revision>32</cp:revision>
  <dcterms:created xsi:type="dcterms:W3CDTF">2024-03-29T15:07:22Z</dcterms:created>
  <dcterms:modified xsi:type="dcterms:W3CDTF">2025-08-30T11:56:21Z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